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BAF47E-7009-4293-9257-ECD8564A63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42EB1-60FA-4A20-AB07-63CCD6BF6D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E2DB8A-6A3C-4C11-A4D8-0A9A384D39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5156CB-4DDC-4BC2-BA34-8AAAEFBB94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F2514E-C081-4AC8-9B42-81F87C6DF0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EDEA33-6F87-4B5C-8B9A-B1892F90D5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7F59D4-A557-48DF-B3CF-176AB13A16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39AF4-9130-43CF-A5A6-A10C647D6C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E7035B-02F7-4900-A636-32740B7784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777213-EC6C-4BBE-919F-66C7E575DC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3F95D-65F8-4426-98F7-C85296CF80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2026-09-03T00:22:22Z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